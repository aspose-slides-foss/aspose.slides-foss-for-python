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5B98B-F41B-B9D7-4786-74C6E0B708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A5A433A-6045-6EAB-EED9-FA6397A2BC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E0A761B-94B7-6D7F-8F7F-8817E9DA9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2F70FE-ABF5-211D-542A-D42CF324C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5FB44B-A0DA-41AC-CAA9-ABE673E51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79128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B64D88-439D-F253-1F31-83882A5DE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B9FF20-AE52-AF8D-B790-CBCE6D02D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2D88CD-E554-F971-9486-9167541FC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918C2D8-E7E8-EB18-A549-856E91F1B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61C6171-7718-3A49-A60C-D2BB3E9C8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3335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C450D2-1D78-75B4-D9CB-AB5B97756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218424-0D34-1206-BFE8-57226F9875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78D1-9F76-103D-7A8C-41473E927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B0724D-6AC8-711C-5D63-B5A8D6DB5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FEFA58-9B69-E833-0F8C-5A6366378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5198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D4A87D-9B60-6DA9-F2A4-3351B0257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5C57DE-BA02-BC54-BAD7-C66307736A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BEC0597-A5C6-3862-34D0-AED92EFDE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EA6B28-100B-2B9E-8A76-30D42876E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956932B-7917-729F-C148-CABF497E0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BB5D29-A9DE-B121-432A-EC1C4CE96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279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75336-39E1-1BB1-09E8-2E1FAC6BC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5D2D848-D6B9-16F3-CD9E-548A9BB300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D0D674D-597E-74B8-8EB8-27AFA87A2D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1529850-F0ED-0EC8-2CCD-2B56C7F316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C7837AB-929D-E85F-169A-650F2B2EFB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57E9C33-88D9-AA70-62CB-62A36B38A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82CCA61-2F55-EB02-FBF0-8C2B0ED26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A67DF5A-C355-F235-AD31-EB1F5FB62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574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DCEAC0E-7FD4-5CD7-5A5C-381338074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FE282B0-E6C5-621D-B9CC-C0DF4308A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642812F-0AC4-C0D1-5767-10E867ACF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781B209-06AA-9531-C26F-07E633598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1983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C49B1D8-DE00-2FFB-526C-B4D63ED63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5CED67F-C84E-E571-2C38-748390110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40F3371-D2FE-581D-5991-08C4E8ABB4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1436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E27666-E51B-953A-4853-A4286175F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CEDB095-477D-36E0-C08E-89CF5A8AEE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23BDE6B-F052-799E-4F4E-FB26332989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DAE8F71-2998-2109-06EE-465E2B4E5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E72EDA9-A6EA-E840-F542-5F2BBF1B9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14370C1-CA3F-6E8B-01D0-CC3665606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59054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54BC52-FE78-BEE1-7B8E-8435C42CF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BD269C9-E65F-7FCD-66A5-E5E3868961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6880BC9-5579-B95C-D785-5C58CC3A4A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736DD76-FEAD-D603-6FB6-2CC6B872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010FA7A-0A14-3814-BFA9-88C08D20F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0E478F9-C8B7-6D46-AAAA-482FDE08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8998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2F1044-037E-5534-3607-D190C2609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B3F0E9E-8FA9-E173-2CD0-BD251B6E03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5AF9B6E-2DCB-F1A7-5FFD-6F739C459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C7C73B2-75FE-FEA5-DFA5-8324CE4F7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FE8F061-4747-6CCA-88C8-7948DCF9B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3374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62B09C10-78DD-DDA6-C1A5-D01C2BF8CCD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4B2CFBA-A485-B87F-EE82-4CC8C5C572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9E9CEA6-2AF3-45AE-6099-0F3F6720B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D85C5B-64B4-BD54-F5D8-1BA9BCA14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208D4DA-2999-49FE-BEF5-53CDD23BE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7576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49D9B31-6718-4D0C-A840-3A4A4C94F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D7B4FD-0B6C-881B-A500-1BCF6223C8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5002596-66F9-503B-31AA-E09879AF50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57B1A7-0FDC-40C9-B67F-A43EAC5AEB09}" type="datetimeFigureOut">
              <a:rPr lang="ru-RU" smtClean="0"/>
              <a:t>04.02.2026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7E95C6-2D43-6725-4E98-7A7F46451A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1D286F6-6E8E-C632-9EC1-86635101D1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D7F972-A93D-42B4-85D0-25743E08EB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0976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6D6F75-25DD-E288-5FF1-36D6AA9A282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5152EA4-116E-D6E2-4795-AAD70D803A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06020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Широкоэкранный</PresentationFormat>
  <Paragraphs>0</Paragraphs>
  <Slides>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Maksim Churyumov</dc:creator>
  <cp:lastModifiedBy>Maksim Churyumov</cp:lastModifiedBy>
  <cp:revision>2</cp:revision>
  <dcterms:created xsi:type="dcterms:W3CDTF">2026-02-04T14:36:02Z</dcterms:created>
  <dcterms:modified xsi:type="dcterms:W3CDTF">2026-02-04T14:36:06Z</dcterms:modified>
</cp:coreProperties>
</file>